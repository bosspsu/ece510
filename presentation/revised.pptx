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Dataflow-Fused Transformer Training Accelerator Chiplet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End-to-end fusion of FFN + attention sublayers to eliminate intermediate SRAM traffic  |  ECE 510  |  Spring 2026  |  David Boss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77724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B3A5C"/>
                </a:solidFill>
              </a:defRPr>
            </a:pPr>
            <a:r>
              <a:t>Core Idea: Dataflow Fusion Eliminates Memory Traffic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End-to-end fusion of transformer sublayers (FFN forward,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FFN backward, multi-head attention) to eliminate intermediate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SRAM traffic. All GEMMs execute on a 64x64 systolic array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with tiled dataflow; activations (GELU, softmax) are fused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at the array output — intermediates stay in registers.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t>Targets ~80% of training runtime (B=4, T=64, D=64, 2 layers).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01168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FP32 Roofline Estimates (ff_backward kernel)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Platform           Peak      BW        Attain.   Bound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i5-10500H CPU      864G      25.6 GB/s    278 G/s   mem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RTX 3050 Ti       5.3T     192 GB/s   2,085 G/s   mem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RTX 4080         48.7T     717 GB/s   7,783 G/s   mem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Accel+ (fused)    8.2T     512 GB/s   8,192 G/s   COMP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Fusion shifts AI from 10.86 → 35.4 FLOP/B, crossing the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ridge point. Accelerator becomes compute-bound, hitting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the full 8.2 TFLOP/s systolic peak.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Note: estimates from roofline model, not measured silicon.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Config: B=4, T=64, d_model=64, d_ff=256, 2 layers, FP32.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4434840"/>
            <a:ext cx="3840480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Power Efficiency (estimated)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Platform         Power    Perf       Eff. (est.)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i5-10500H CPU    45W      278 G/s      6.2 G/s/W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RTX 4080        320W    7,783 G/s     24.3 G/s/W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Accel+ (est.)  ~11.5W   8,192 G/s   ~712  G/s/W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Power est. from component analysis, not synthesis.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777240"/>
            <a:ext cx="38404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Accelerator Dataflow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Full FFN + attention pipeline on systolic array via tiling: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GEMMs tiled as 64x64 blocks through the array (D=64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maps directly; F=256 requires 4 passes per tile dim).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Fused activation units at systolic output stage: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MUX selects GELU, GELU', or softmax per FSM state.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Intermediates flow through registers, never to SRAM.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Attention uses FlashAttention-style streaming/tiling: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Q*K^T computed in blocks, softmax applied per-block,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avoids materializing the full T*T score matrix.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Memory traffic reduction (vs unfused):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ff_backward:  3.2 MB → 0.98 MB  (69% reduction)</a:t>
            </a:r>
          </a:p>
          <a:p>
            <a:pPr>
              <a:spcAft>
                <a:spcPts val="0"/>
              </a:spcAft>
              <a:defRPr sz="850">
                <a:solidFill>
                  <a:srgbClr val="333333"/>
                </a:solidFill>
                <a:latin typeface="Consolas"/>
              </a:defRPr>
            </a:pPr>
            <a:r>
              <a:t>  attention:    1.9 MB → 0.33 MB  (83% reduction)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3474720"/>
            <a:ext cx="3840480" cy="2377440"/>
          </a:xfrm>
          <a:prstGeom prst="rect">
            <a:avLst/>
          </a:prstGeom>
          <a:solidFill>
            <a:srgbClr val="FEF3E0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C05C00"/>
                </a:solidFill>
              </a:defRPr>
            </a:pPr>
            <a:r>
              <a:t>Scaling &amp; Future Work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This is a chiplet building block, not a GPU replacement.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Scaling strategies for larger models: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1. Mixed-precision (FP16/BF16 accumulate to FP32)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 → 2x MACs/cycle, peak → 16.4 TFLOP/s, same area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2. Multi-chiplet: UCIe mesh of N chiplets for N× batch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 → Linear scaling for data-parallel training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3. Accelerate layer_norm (~11% runtime)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 → Coverage ~80% → ~91%, Amdahl's 3.6x → 5.3x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4. Configurable array partitioning (2x 32x64)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t>   → Concurrent matmuls for smaller dimensions</a:t>
            </a:r>
          </a:p>
        </p:txBody>
      </p:sp>
      <p:pic>
        <p:nvPicPr>
          <p:cNvPr id="8" name="Picture 7" descr="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777240"/>
            <a:ext cx="36576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66760" y="33375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666666"/>
                </a:solidFill>
              </a:defRPr>
            </a:pPr>
            <a:r>
              <a:t>FP32 Roofline: ff_backward + attention on all platforms (roofline model)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3657600"/>
            <a:ext cx="3657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t>Chiplet Architecture (building block)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Host CPU (i5-10500H)    ← 20% of workload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   |  UCIe x16 (8 GB/s bidir)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   v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+───── Accelerator+ Chiplet ──────+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           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64x64 Systolic Array @ 500 MHz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4,096 MACs, tiled GEMM engine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        |  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 [MUX: GELU|GELU'|softmax]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 Fused at output stage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           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SRAM Scratchpad (512 GB/s)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│  ~11.5W est.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  +─────────────────────────────────+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Dataflow fusion across FFN + attention sublayers  |  AI: 10.86 → 35.4 (mem→compute bound)  |  ~80% coverage, 3.6x Amdahl's  |  Chiplet building block, scalable via UCIe mesh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