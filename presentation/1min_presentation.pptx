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Accelerating Transformer ff_backward: CPU vs GPU vs Custom Systolic Accelerator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ECE 510 - HW4AI  |  Spring 2026  |  David Boss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777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B3A5C"/>
                </a:solidFill>
              </a:defRPr>
            </a:pPr>
            <a:r>
              <a:t>The Problem: Memory-Bandwidth Bottleneck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Dominant kernel: ff_backward (32.5% of training runtime)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Includes 4 matmuls + GELU gradient (18.1% alone)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Memory-bound at AI = 10.86 FLOP/B (FP32)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Profiled over 1,000 iterations on i5-10500H CPU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74519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FP32 Performance Comparison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Platform           Peak      BW        Attainable  Status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i5-10500H CPU      864G      25.6 GB/s    278 G/s   mem-bound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RTX 3050 Ti GPU   5.3T     192 GB/s   2,085 G/s   mem-bound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Accelerator        8.2T     256 GB/s   2,780 G/s   mem-bound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Speedup vs CPU:  GPU = 7.5x  |  Accelerator = 10x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4389120"/>
            <a:ext cx="3840480" cy="146304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Power &amp; Efficiency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Platform         Power    Perf       Efficiency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i5-10500H CPU    45W      278 G/s      6.2 GFLOP/s/W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RTX 3050 Ti      80W    2,085 G/s     26.1 GFLOP/s/W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Accelerator     ~10W    2,780 G/s    278.0 GFLOP/s/W</a:t>
            </a: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00">
                <a:solidFill>
                  <a:srgbClr val="333333"/>
                </a:solidFill>
                <a:latin typeface="Consolas"/>
              </a:defRPr>
            </a:pPr>
            <a:r>
              <a:t>Accelerator: 10x perf at 1/4 power → 45x efficiency vs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77724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Python → Hardware Translation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Python Concept         Hardware Equivalent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@ (matmul)             64x64 systolic array (4096 MACs)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gelu_grad()            Pipelined LUT + multipliers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* (elementwise)        Single-cycle multiplier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.sum() (reduction)     Adder tree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Variable assignment    SRAM read/write (256 GB/s)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Function call order    FSM state transitions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Key: gelu_grad is FUSED at systolic output.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Intermediates never touch memory — they flow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through the pipeline in registers.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dout → [systolic: @W2.T] → [gelu_grad] → [systolic: x.T@]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     no memory write      no memory      no memory write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     between stages        round-trip     between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3840480"/>
            <a:ext cx="3840480" cy="2011680"/>
          </a:xfrm>
          <a:prstGeom prst="rect">
            <a:avLst/>
          </a:prstGeom>
          <a:solidFill>
            <a:srgbClr val="FEF3E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5C00"/>
                </a:solidFill>
              </a:defRPr>
            </a:pPr>
            <a:r>
              <a:t>Future: Adding Attention (+15% area, +1.5W)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Attention uses the SAME systolic array for Q@K.T and attn@V.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Only new hardware: softmax unit (exp LUT + divider + comparators)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and causal mask logic (trivial).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              Before          After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Area:          1.0x            ~1.15x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Power:        ~10W            ~11.5W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Runtime:       32.5%           ~80% accelerated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Amdahl's:      1.4x            3.6x end-to-end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15% more area → 2.6x more end-to-end speedup.</a:t>
            </a:r>
          </a:p>
        </p:txBody>
      </p:sp>
      <p:pic>
        <p:nvPicPr>
          <p:cNvPr id="8" name="Picture 7" descr="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777240"/>
            <a:ext cx="36576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66760" y="33375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666666"/>
                </a:solidFill>
              </a:defRPr>
            </a:pPr>
            <a:r>
              <a:t>FP32 Roofline: CPU / 3050 Ti / 4080 / Accelerator / Accelerator+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Accelerator Architecture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Host CPU (i5-10500H)    ← runs 67.5% of workload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   |  UCIe x16 (8 GB/s bidir)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   v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+─────── Accelerator Chiplet ───────+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│  64x64 Systolic Array @ 500 MHz   │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│  4,096 MACs → 8.2 TFLOP/s FP32   │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│                                   │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│  [gelu_grad] ← fused at output    │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│  [softmax]   ← future addition    │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│                                   │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│  SRAM Scratchpad (256 GB/s)       │</a:t>
            </a:r>
          </a:p>
          <a:p>
            <a:pPr algn="l"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+───────────────────────────────────+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Dominant kernel: ff_backward (32.5%)  |  AI = 10.86 FLOP/B (FP32)  |  10x speedup at 45x power efficiency  |  Amdahl's end-to-end: 1.4x → 3.6x with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